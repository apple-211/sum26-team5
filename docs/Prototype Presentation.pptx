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  <p:embeddedFont>
      <p:font typeface="Alfa Slab One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AlfaSlab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ff4791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ff4791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ff479161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ff479161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ff479161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ff479161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Apple-211/SUM26-Team5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Apple-211/SUM26-Team5/tree/main/high-fidelity-prototype/custom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1677400"/>
            <a:ext cx="8520600" cy="12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highlight>
                  <a:schemeClr val="lt1"/>
                </a:highlight>
              </a:rPr>
              <a:t>HobbyCircles</a:t>
            </a:r>
            <a:endParaRPr b="1">
              <a:solidFill>
                <a:srgbClr val="F1C232"/>
              </a:solidFill>
              <a:highlight>
                <a:schemeClr val="lt1"/>
              </a:highlight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 rot="-114">
            <a:off x="311025" y="4759061"/>
            <a:ext cx="90105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                                                          </a:t>
            </a:r>
            <a:r>
              <a:rPr lang="en" sz="1400">
                <a:solidFill>
                  <a:schemeClr val="dk1"/>
                </a:solidFill>
              </a:rPr>
              <a:t>By: Yasmin Castro and Ashley Crespo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it?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HobbyCircles connects people to local and online communities based on shared interests (hiking, coding, book clubs, etc.).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solves the problem of hobby groups being scattered across multiple platforms by making it easy to find, join, and manage events in one place.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join groups, RSVP, leave reviews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create/manage groups and events, track RSVPs, see reviews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53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eriod"/>
            </a:pPr>
            <a:r>
              <a:rPr lang="en">
                <a:solidFill>
                  <a:srgbClr val="0000FF"/>
                </a:solidFill>
              </a:rPr>
              <a:t>Provider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functionalities for the Provider (Host): </a:t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Profile</a:t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 Event</a:t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my Events</a:t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Reviews</a:t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Demo: </a:t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file:///Users/folder/Library/CloudStorage/OneDrive-UNCG/CSC340/SUM26-Team5/high-fidelity-prototype/provider/reviews.html  </a:t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https://github.com/Apple-211/SUM26-Team5</a:t>
            </a:r>
            <a:r>
              <a:rPr lang="en" sz="1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2. Customer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Website/app Main page:</a:t>
            </a:r>
            <a:b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thing anyone sees. Introduces HobbyCircles and gives new people a way to log in, sign up, or start browsing groups without an account yet.</a:t>
            </a:r>
            <a:endParaRPr sz="4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Profile:</a:t>
            </a:r>
            <a:b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a new user builds their account: name, email, password, profile photo, hobbies/interests, and location. This is the starting point  the hobbies and location entered here are what later connect a user to relevant groups near by.</a:t>
            </a:r>
            <a:endParaRPr sz="4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Login:</a:t>
            </a:r>
            <a:b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Lets a returning user sign back into their existing account.</a:t>
            </a:r>
            <a:endParaRPr sz="4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Base:</a:t>
            </a:r>
            <a:b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screen after logging in. Shows how many groups the user has joined and what events they've RSVP'd to, so they can see where they stand at a glance.</a:t>
            </a:r>
            <a:endParaRPr sz="4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and Join Groups:</a:t>
            </a:r>
            <a:b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core discovery page. Users search by interest or location, see matching groups with details like location and member count, and can join a group or RSVP to one of its events.</a:t>
            </a:r>
            <a:endParaRPr sz="4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Leave a Review:</a:t>
            </a:r>
            <a:br>
              <a:rPr b="1"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400">
                <a:solidFill>
                  <a:srgbClr val="0D11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Lets a user pick a group they've joined, rate it, and write feedback about their experience.</a:t>
            </a:r>
            <a:endParaRPr sz="44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https://github.com/Apple-211/SUM26-Team5/tree/main/high-fidelity-prototype/customer</a:t>
            </a:r>
            <a:endParaRPr sz="4800">
              <a:solidFill>
                <a:srgbClr val="0D11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